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5400" dirty="0">
                <a:solidFill>
                  <a:srgbClr val="636EFA"/>
                </a:solidFill>
              </a:rPr>
              <a:t>Todo App — Ionic Vue + Laravel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400" b="1" dirty="0">
                <a:solidFill>
                  <a:srgbClr val="FFFFFF"/>
                </a:solidFill>
              </a:rPr>
              <a:t>Module 450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DD"/>
                </a:solidFill>
              </a:rPr>
              <a:t>Modul 450 — Testing / LB2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600" i="1" dirty="0">
                <a:solidFill>
                  <a:srgbClr val="CCCCDD"/>
                </a:solidFill>
              </a:rPr>
              <a:t>Vladimir</a:t>
            </a:r>
            <a:r>
              <a:rPr sz="1600" b="0" i="1" dirty="0">
                <a:solidFill>
                  <a:srgbClr val="CCCCDD"/>
                </a:solidFill>
              </a:rPr>
              <a:t>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Projektübersicht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5029200" cy="54864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3200400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EFA"/>
                </a:solidFill>
              </a:rPr>
              <a:t>Was wurde gebaut?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Todo App mit Ionic Vue (Frontend)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Laravel 13 REST API (Backend)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MySQL Datenbank via Docker (Sail)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Vollständige Test-Suite (Unit, Component, Integration)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4864" cy="3200400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C96"/>
                </a:solidFill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Frontend: Ionic 8 + Vue 3 + TypeScript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Backend: Laravel 13 + PHP 8.3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Testing: PHPUnit + Vitest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Docker: Laravel Sail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CI: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API: GET/POST/PUT/DELETE  /api/todos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4864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3657600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C96"/>
                </a:solidFill>
              </a:rPr>
              <a:t>Unit Tests  (PHPUnit)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TodoTest.php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Modell-Logik isoliert getestet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markAsComplete(), isComplete()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Kein Datenbankzugriff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280160"/>
            <a:ext cx="54864" cy="3657600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5196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EFA"/>
                </a:solidFill>
              </a:rPr>
              <a:t>Integrationstests  (PHPUnit)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7373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TodoApiTest.php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5 Tests: GET, POST, PUT, DELETE, Validierung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RefreshDatabase — saubere DB pro Test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Testet den gesamten HTTP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280160"/>
            <a:ext cx="54864" cy="3657600"/>
          </a:xfrm>
          <a:prstGeom prst="rect">
            <a:avLst/>
          </a:prstGeom>
          <a:solidFill>
            <a:srgbClr val="EF5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80" y="1280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553B"/>
                </a:solidFill>
              </a:rPr>
              <a:t>Component Tests  (Vitest)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73736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Tab1Page.test.ts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Vue Komponente isoliert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example.spec.ts (renders Todo App)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3 Tests — alle grün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C96"/>
                </a:solidFill>
              </a:rPr>
              <a:t>Total: 10 Backend Tests ✓   +   3 Frontend Tests ✓   =   13 Tests passing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Test Reports &amp; Code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657600" cy="54864"/>
          </a:xfrm>
          <a:prstGeom prst="rect">
            <a:avLst/>
          </a:prstGeom>
          <a:solidFill>
            <a:srgbClr val="EF5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4114800"/>
          </a:xfrm>
          <a:prstGeom prst="rect">
            <a:avLst/>
          </a:prstGeom>
          <a:solidFill>
            <a:srgbClr val="EF5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553B"/>
                </a:solidFill>
              </a:rPr>
              <a:t>Backend Coverage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Generiert via: sail artisan test --coverage-html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Http (Controller): 100% ✓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Providers: 100% ✓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Models (Todo): ~75%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Total: 75% 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" cy="4114800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EFA"/>
                </a:solidFill>
              </a:rPr>
              <a:t>Wie Reports generiert werden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Backend: ./vendor/bin/sail artisan test --coverage-html reports/coverage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Frontend: npm test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HTML Report öffnen in Browser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Automatisch bei jedem Testlauf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DD"/>
                </a:solidFill>
              </a:rPr>
              <a:t>→ Screenshoot vom HTML Coverage Report wird in Dokumentation eingebunden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TDD &amp; Mocking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54864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4572000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EFA"/>
                </a:solidFill>
              </a:rPr>
              <a:t>Test Driven Development (TDD)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Red → Green → Refactor Zyklus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Tests ZUERST geschrieben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Erzwingt klares API-Design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Beispiel: test_cannot_create_todo_without_title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→ führte zur sauberen Validierung im Controller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" cy="4572000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C96"/>
                </a:solidFill>
              </a:rPr>
              <a:t>Mocking  (PHPUnit createMock)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TodoTest.php verwendet createMock()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Todo-Objekt wird gemockt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markAsComplete() wird verifiziert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Kein echter DB-Zugriff nötig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→ Schnelle, isolierte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Code Reviews &amp; Reflexion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657600" cy="54864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" cy="4389120"/>
          </a:xfrm>
          <a:prstGeom prst="rect">
            <a:avLst/>
          </a:prstGeom>
          <a:solidFill>
            <a:srgbClr val="00C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C96"/>
                </a:solidFill>
              </a:rPr>
              <a:t>Code Reviews via Pull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3 PRs pro Gruppenmitglied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Aktiv kommentiert &amp; challenged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Konstruktives Feedback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Kritik am Code — nicht an der Person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Fehler früh erkannt bevor Merge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4864" cy="4389120"/>
          </a:xfrm>
          <a:prstGeom prst="rect">
            <a:avLst/>
          </a:prstGeom>
          <a:solidFill>
            <a:srgbClr val="EF55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553B"/>
                </a:solidFill>
              </a:rPr>
              <a:t>Reflexion TDD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3736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Mehr Aufwand initial — weniger Bugs später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Zwingt zu klarem Denken vor dem Coden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Controller-Validierung entstand durch TDD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Testbare Architektur von Anfang an</a:t>
            </a:r>
          </a:p>
          <a:p>
            <a:pPr>
              <a:spcAft>
                <a:spcPts val="400"/>
              </a:spcAft>
              <a:defRPr sz="1300">
                <a:solidFill>
                  <a:srgbClr val="CCCCDD"/>
                </a:solidFill>
              </a:defRPr>
            </a:pPr>
            <a:r>
              <a:t>• Empfehlung: TDD für Business-Logik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Fazit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54864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C96"/>
                </a:solidFill>
              </a:rPr>
              <a:t>✓  13 Tests — alle grün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Unit, Component &amp; Integrationstests vollständig implementiert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TDD aktiv angewendet — Tests vor Implementierung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Mocking via PHPUnit createMock() eingesetzt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FFFFFF"/>
                </a:solidFill>
              </a:rPr>
              <a:t>✓  Code Coverage HTML Report </a:t>
            </a:r>
            <a:r>
              <a:rPr sz="1500" b="0" i="0" dirty="0" err="1">
                <a:solidFill>
                  <a:srgbClr val="FFFFFF"/>
                </a:solidFill>
              </a:rPr>
              <a:t>automatisch</a:t>
            </a:r>
            <a:r>
              <a:rPr sz="1500" b="0" i="0" dirty="0">
                <a:solidFill>
                  <a:srgbClr val="FFFFFF"/>
                </a:solidFill>
              </a:rPr>
              <a:t> </a:t>
            </a:r>
            <a:r>
              <a:rPr sz="1500" b="0" i="0" dirty="0" err="1">
                <a:solidFill>
                  <a:srgbClr val="FFFFFF"/>
                </a:solidFill>
              </a:rPr>
              <a:t>generiert</a:t>
            </a:r>
            <a:r>
              <a:rPr sz="1500" b="0" i="0" dirty="0">
                <a:solidFill>
                  <a:srgbClr val="FFFFFF"/>
                </a:solidFill>
              </a:rPr>
              <a:t> (</a:t>
            </a:r>
            <a:r>
              <a:rPr lang="de-DE" sz="1500" b="0" i="0" dirty="0">
                <a:solidFill>
                  <a:srgbClr val="FFFFFF"/>
                </a:solidFill>
              </a:rPr>
              <a:t>100</a:t>
            </a:r>
            <a:r>
              <a:rPr sz="1500" b="0" i="0" dirty="0">
                <a:solidFill>
                  <a:srgbClr val="FFFFFF"/>
                </a:solidFill>
              </a:rPr>
              <a:t>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Pull Requests mit aktivem Code Review Prozess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Ionic Vue Frontend verbunden mit Laravel REST API via Docker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77840"/>
            <a:ext cx="11247120" cy="54864"/>
          </a:xfrm>
          <a:prstGeom prst="rect">
            <a:avLst/>
          </a:prstGeom>
          <a:solidFill>
            <a:srgbClr val="636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DD"/>
                </a:solidFill>
              </a:rPr>
              <a:t>Modul 450 — LB2 Cassauro Todo App  •  Zivan  •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523</Words>
  <Application>Microsoft Office PowerPoint</Application>
  <PresentationFormat>Custom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Vladimir Zivanovic</cp:lastModifiedBy>
  <cp:revision>4</cp:revision>
  <dcterms:created xsi:type="dcterms:W3CDTF">2013-01-27T09:14:16Z</dcterms:created>
  <dcterms:modified xsi:type="dcterms:W3CDTF">2026-04-29T09:55:03Z</dcterms:modified>
  <cp:category/>
</cp:coreProperties>
</file>